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ld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ame-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villain-instin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the-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the-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her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he-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the-c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he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ret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