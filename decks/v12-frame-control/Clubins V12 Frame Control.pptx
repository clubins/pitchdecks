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attern-interru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e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reptile-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big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nervous-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r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he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t-the-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ool-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