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playbill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at-a-g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act1-hones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ct1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act1-infra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ct2-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act2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act2-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act3-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act3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act3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encore-coach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