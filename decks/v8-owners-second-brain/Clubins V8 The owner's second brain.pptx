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D0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D0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2-sit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D0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3-the-jo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D0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4-workarou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D0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5-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D0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6-sound-h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D0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7-people-h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D0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8-air-h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D0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9-morning-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D0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0-tr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D0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1-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D0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2-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