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doors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bar-beh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neighbor-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omplaint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taff-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venti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losing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none-of-th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