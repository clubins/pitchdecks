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the-clock-is-the-mo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nobody-sells-measur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defense-compl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offense-data-compou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customer-wor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unit-econo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the-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why-we-w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venture-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