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Problem. Clubins gives venue staff live visibility of sound levels, occupancy and environmental conditions. The 73%/89% figures are sourced: Clubcommission Berlin survey, 2023 (via miz.org) - survey data, Berlin-specific. No national complaint/closure statistic exists; noise is framed as documented displacement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Solution. Product truth: ESP32-S3 sensors with Rust firmware, Go ingestion, ClickHouse, Flutter dashboards (web/Android/iOS). Pre-launch; recruiting pilot venues.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Model. All figures PLACEHOLDER from the Placeholder Metrics Register (wb_cg3xEK66): EUR 149 per venue/month, EUR 199 per sensor, 80% pilot-to-paid conversion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Underlying Magic. Edge inference on-device; TA Larm night immission limits commonly cited at 40 dB(A) at the receptor in general residential areas - verify against official TA Larm Table 1 before any external use. Limits are at the receptor, not inside the club.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Marketing &amp; Sales. Market size sourced: 32,455 bar and pub enterprises in Germany (Eurostat NACE I5630, 2024). Do not sum with live-music venue figures - classifications overlap. Waitlist is a PLACEHOLDER register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Competition. Positioning against building-management systems, people counters and acoustic consultants. No competitor numbers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Team. Patrick Hau mann (Munich - founder, product &amp; platform) and Swiftb0y (Berlin - engineering). Team size and founding year are PLACEHOLDER register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Projections. PLACEHOLDER register metrics: 10 pilot venues within 6 months post-raise; 100 venues by end of 2027; EUR 149 per venue per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&amp; Timeline. PLACEHOLDER register metrics: 40 venue interviews, 5 design-partner LOIs, 25 sensors produced, 3 pilot venues installing Q1 2027. Pre-launch: no public launch and no paying customers - never claim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NOTE - doctrine source: Guy Kawasaki, 'The 10/20/30 Rule of PowerPoint' (December 30, 2005), https://guykawasaki.com/the_102030_rule/ - ten slides, twenty minutes, no font smaller than thirty points. The discipline is the diligence signal: if it does not fit ten slides, it is not a business yet. All company figures are PLACEHOLDER values from the Placeholder Metrics Register (wb_cg3xEK66 / sh_vpK5zAbf); market and regulation claims are quoted and qualified from the sourced Market &amp; Regulation Facts document. Contact: pilot@clubins.de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business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underlying-ma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marketing-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tatus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