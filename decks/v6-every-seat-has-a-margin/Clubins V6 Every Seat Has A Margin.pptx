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proble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proble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taff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tractio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tracti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mo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