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black-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unowned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y-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strument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one-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ata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pps-comp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etwork-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beach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