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Challenger opener: the deck leads with a commercial teaching insight, not the product. The one orange figure is the night that pays for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Teach: averages hide peaks. The month grid is illustrative, not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Company figure 40 = PLACEHOLDER register value. Quotes are illustrative paraphrases.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reframe: night as product. No numbers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Chain slide. 25 sensors / 3 pilots = PLACEHOLDER register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Tailor to the operator. 5 LOIs = PLACEHOLDER register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Sourced market slide: Eurostat NACE I5630 2024; Initiative Musik Club Study 2019 via miz.org. Figures not summed. 3% is a derived ratio, not a sourced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Sourced regulation slide: TA Laerm receptor limits; honesty rule applies — displacement-risk framing only, no invented national statistic.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appears late (Challenger order). 199/149/80%/120/2025/team-of-2 = PLACEHOLDER register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control of the close: 500k SAFE, 12-month runway, 2 hires, 200-unit batch, 10 pilots, 100 venues by 2027 — all PLACEHOLDER register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DOCTRINE — SOURCE DOCUMENT: Dixon, Tom &amp; Adamson, Kevin, 'The Challenger Sale: Taking Control of the Customer Conversation' (Portfolio/Penguin, 2011); see also Dixon &amp; Adamson, 'The End of Solution Sales', Harvard Business Review, July-August 2012. This deck implements the Challenger teach–tailor–take-control arc: slides 1–4 teach one commercial insight (the best night is real, measurable, unpriced), slides 5–8 tailor it to the operator, the market and the regulator, slide 9 shows the product last, slide 10 takes control of the close with a concrete pre-seed ask. VISUAL LANGUAGE: Isotype picture language after Otto Neurath's Vienna Method — flat pictogram unit-charts, charcoal ink on paper cream, one warm orange accent, no photography, no gradients. DISCIPLINE: all company figures are placeholders from register wb_cg3xEK66 / art_VsrEzRTw; market and regulation claims come only from the sourced facts file art_mYolRwiM; no verified national noise-closure statistic exists, so noise is framed as documented displacement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